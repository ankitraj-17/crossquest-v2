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9144000" cy="5143500" type="screen16x9"/>
  <p:notesSz cx="6858000" cy="9144000"/>
  <p:embeddedFontLst>
    <p:embeddedFont>
      <p:font typeface="Lora Medium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C4C80-28CA-C930-8B58-0E4F53ED0439}" v="8" dt="2026-05-03T07:57:4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f2c6d1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f2c6d1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6f2c6d14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6f2c6d14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</a:rPr>
              <a:t>Tabletop Game Counter</a:t>
            </a:r>
            <a:endParaRPr sz="21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>
                <a:solidFill>
                  <a:schemeClr val="lt1"/>
                </a:solidFill>
              </a:rPr>
              <a:t>By Ankitraj jha, Sejal Singh, Parthiv kumar, Sairaj Jadhav</a:t>
            </a:r>
            <a:endParaRPr sz="832" b="1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399350" y="88975"/>
            <a:ext cx="36021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0000"/>
                </a:solidFill>
                <a:latin typeface="Lora Medium"/>
                <a:ea typeface="Lora Medium"/>
                <a:cs typeface="Lora Medium"/>
                <a:sym typeface="Lora Medium"/>
              </a:rPr>
              <a:t>Tabletop Game Counter</a:t>
            </a:r>
            <a:endParaRPr sz="1800">
              <a:solidFill>
                <a:srgbClr val="FF0000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82650" y="596225"/>
            <a:ext cx="75285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Idea: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Extended the basic </a:t>
            </a:r>
            <a:r>
              <a:rPr lang="en-GB" sz="1200" i="1">
                <a:solidFill>
                  <a:schemeClr val="dk1"/>
                </a:solidFill>
              </a:rPr>
              <a:t>tabletop game counter</a:t>
            </a:r>
            <a:r>
              <a:rPr lang="en-GB" sz="1200">
                <a:solidFill>
                  <a:schemeClr val="dk1"/>
                </a:solidFill>
              </a:rPr>
              <a:t> into a complete Ludo game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89425" y="1201325"/>
            <a:ext cx="2500500" cy="1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Features: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Multiple modes (2 players, 4 players, vs AI) 🤖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Dice roll system 🎲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Turn-based gameplay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Token movement based on dice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89425" y="2972200"/>
            <a:ext cx="2367000" cy="1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Connection to Problem Statement: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Counter (+1) → token moves forward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Score → tokens reaching home ✅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Reset → restart game 🔄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784225" y="1014450"/>
            <a:ext cx="25005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Outcome: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Fully working Ludo game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Interactive gameplay experience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Applied game logic &amp; UI design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5" name="Google Shape;65;p14" title="Screenshot 2026-05-02 at 11.12.23 AM.png"/>
          <p:cNvPicPr preferRelativeResize="0"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5349250" y="2571750"/>
            <a:ext cx="3496151" cy="2302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57150" dir="15960000" algn="bl" rotWithShape="0">
              <a:srgbClr val="000000">
                <a:alpha val="74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58FA6-A7AB-D157-34A5-7519992E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26" y="0"/>
            <a:ext cx="732254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2026-05-03T07:58:14Z</dcterms:modified>
</cp:coreProperties>
</file>